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LEGACY WEALTH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Legacy Wealth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GBP, no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triage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Solo, zero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revenue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online presence — no GBP, no reviews, no website 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About 100 daily case emails handled with no process behind them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revenue baseline exists to measure progress toward the goal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34 years of legal experience already driving real casework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ZTR Legal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Established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Hyper-local, same market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Michelle C. Fraga, P.A.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35 yrs licensed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Same zip code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Chepenik Trushin LLP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Established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Miami-wide reputation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Legacy Wealth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LEGACY WEALTH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$500K–$1M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must work together — lead generation, intake, team, and profit. When all four work, Martin can finally build a firm that runs on its own instead of on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New firm  →  $500K–$1M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A firm that runs itself — not on Martin's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Your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Online Presence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Claim your Google Business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real website content and an attorney bio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Refresh your Avvo profile for estate planning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Get found by clients searching in Palmetto Bay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 website that sells for you while you sleep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Leads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Put a triage system around 100 daily emails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prospects to slow follow-up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defined process for new inquiries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up hours for billable, high-value work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Your inbox stops running your day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revenue and case-value baseline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what your first hire looks like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close rate and profit, not just cases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the milestones that unlock AI support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 firm that runs without you in every decision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LEGACY WEALTH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coaching · Practice mastermind · Hiring &amp; revenue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$2,600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$897/mo vs. stand-alone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Marketing investment begins in Phase 3, once foundations are in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$2,250 (est. planning avg.)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Future Phase 3  (17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$38,250 revenue · 3.7×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Future Phase 3  (27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$60,750 revenue · 3.7× 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Claim &amp; build Google Business Profile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sessions with Martin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revenue &amp; case-value baseline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up a triage structure for daily emails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Revisit the AI &amp; marketing follow-up plan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don't want to be the Chief Everything Officer forever — I want a firm that runs without me."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